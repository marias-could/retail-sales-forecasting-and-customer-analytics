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latin typeface="Aptos"/>
              </a:rPr>
              <a:t>Retail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28600"/>
            <a:ext cx="3337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latin typeface="Aptos"/>
              </a:rPr>
              <a:t>Executive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251460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Total Product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868680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Delivered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868680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Unique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868680"/>
            <a:ext cx="356616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Average Sales per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72084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Monthly Product Sales 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874519"/>
            <a:ext cx="425196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Top Product 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6200"/>
            <a:ext cx="6720840" cy="20574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Sales by Customer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886200"/>
            <a:ext cx="4251960" cy="20574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Filters /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63640"/>
            <a:ext cx="251460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accent2"/>
                </a:solidFill>
                <a:latin typeface="Aptos"/>
              </a:rPr>
              <a:t>Executive Overview  [ACTIVE]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6263640"/>
            <a:ext cx="25603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Customer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latin typeface="Aptos"/>
              </a:rPr>
              <a:t>Retail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28600"/>
            <a:ext cx="3337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latin typeface="Aptos"/>
              </a:rPr>
              <a:t>Sales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1155680" cy="5943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Date / Category / State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672084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Monthly Sales and Orders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691640"/>
            <a:ext cx="425196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Product Category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5394960" cy="21488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Sales by Day of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3749039"/>
            <a:ext cx="5577840" cy="21488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Order Size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63640"/>
            <a:ext cx="251460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Executive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accent2"/>
                </a:solidFill>
                <a:latin typeface="Aptos"/>
              </a:rPr>
              <a:t>Sales Analysis  [ACTIVE]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6263640"/>
            <a:ext cx="25603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Customer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latin typeface="Aptos"/>
              </a:rPr>
              <a:t>Retail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28600"/>
            <a:ext cx="3337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latin typeface="Aptos"/>
              </a:rPr>
              <a:t>Customer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251460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Unique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868679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Repeat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868680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Repeat Customer %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868680"/>
            <a:ext cx="356616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Average Customer Spend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39496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Customer Segment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874519"/>
            <a:ext cx="5577840" cy="18288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Customer Segment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6200"/>
            <a:ext cx="5394960" cy="20574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Customer Spending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886200"/>
            <a:ext cx="5577840" cy="205740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One-Time vs Repeat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63640"/>
            <a:ext cx="251460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Executive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6263640"/>
            <a:ext cx="25603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accent2"/>
                </a:solidFill>
                <a:latin typeface="Aptos"/>
              </a:rPr>
              <a:t>Customer Analytics  [ACTIVE]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Forecast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latin typeface="Aptos"/>
              </a:rPr>
              <a:t>Retail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228600"/>
            <a:ext cx="3337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latin typeface="Aptos"/>
              </a:rPr>
              <a:t>Sales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088" y="868680"/>
            <a:ext cx="27889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Average Forecast Weekly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868680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Historical Test MAE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868680"/>
            <a:ext cx="233172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Historical Test RMSE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868680"/>
            <a:ext cx="3291840" cy="777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accent2"/>
                </a:solidFill>
                <a:latin typeface="Aptos"/>
              </a:rPr>
              <a:t>Historical Test MAPE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720840" cy="19659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Historical and Forecast Weekly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874519"/>
            <a:ext cx="4251960" cy="19659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Forecast Values by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5394960" cy="1920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accent2"/>
                </a:solidFill>
                <a:latin typeface="Aptos"/>
              </a:rPr>
              <a:t>Model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4023360"/>
            <a:ext cx="5577840" cy="192024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accent2"/>
                </a:solidFill>
                <a:latin typeface="Aptos"/>
              </a:rPr>
              <a:t>Model Information &amp; Limitations</a:t>
            </a:r>
            <a:br>
              <a:rPr dirty="0">
                <a:solidFill>
                  <a:schemeClr val="accent2"/>
                </a:solidFill>
              </a:rPr>
            </a:br>
            <a:r>
              <a:rPr dirty="0">
                <a:solidFill>
                  <a:schemeClr val="accent2"/>
                </a:solidFill>
              </a:rPr>
              <a:t>Planning estimate — not guaranteed future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63640"/>
            <a:ext cx="251460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Executive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Sales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6263640"/>
            <a:ext cx="25603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chemeClr val="accent2"/>
                </a:solidFill>
                <a:latin typeface="Aptos"/>
              </a:rPr>
              <a:t>Customer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6263640"/>
            <a:ext cx="2331720" cy="365760"/>
          </a:xfrm>
          <a:prstGeom prst="rect">
            <a:avLst/>
          </a:prstGeom>
          <a:noFill/>
          <a:ln w="158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accent2"/>
                </a:solidFill>
                <a:latin typeface="Aptos"/>
              </a:rPr>
              <a:t>Sales Forecast  [ACTIVE]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174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 Trasculescu</dc:creator>
  <cp:keywords/>
  <dc:description>generated using python-pptx</dc:description>
  <cp:lastModifiedBy>Maria Trasculescu</cp:lastModifiedBy>
  <cp:revision>2</cp:revision>
  <dcterms:created xsi:type="dcterms:W3CDTF">2013-01-27T09:14:16Z</dcterms:created>
  <dcterms:modified xsi:type="dcterms:W3CDTF">2026-10-06T21:42:40Z</dcterms:modified>
  <cp:category/>
</cp:coreProperties>
</file>